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182880"/>
          </a:xfrm>
          <a:prstGeom prst="rect">
            <a:avLst/>
          </a:prstGeom>
          <a:solidFill>
            <a:srgbClr val="008C9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1828800" cy="182880"/>
          </a:xfrm>
          <a:prstGeom prst="rect">
            <a:avLst/>
          </a:prstGeom>
          <a:solidFill>
            <a:srgbClr val="008C9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0"/>
            <a:ext cx="1828800" cy="182880"/>
          </a:xfrm>
          <a:prstGeom prst="rect">
            <a:avLst/>
          </a:prstGeom>
          <a:solidFill>
            <a:srgbClr val="008C9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097280"/>
            <a:ext cx="1828800" cy="182880"/>
          </a:xfrm>
          <a:prstGeom prst="rect">
            <a:avLst/>
          </a:prstGeom>
          <a:solidFill>
            <a:srgbClr val="008C95"/>
          </a:solidFill>
          <a:ln w="12700">
            <a:solidFill>
              <a:srgbClr val="008C9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463040"/>
            <a:ext cx="1828800" cy="182880"/>
          </a:xfrm>
          <a:prstGeom prst="rect">
            <a:avLst/>
          </a:prstGeom>
          <a:solidFill>
            <a:srgbClr val="008C95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828800"/>
            <a:ext cx="1828800" cy="182880"/>
          </a:xfrm>
          <a:prstGeom prst="rect">
            <a:avLst/>
          </a:prstGeom>
          <a:solidFill>
            <a:srgbClr val="008C95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194560"/>
            <a:ext cx="1828800" cy="182880"/>
          </a:xfrm>
          <a:prstGeom prst="rect">
            <a:avLst/>
          </a:prstGeom>
          <a:solidFill>
            <a:srgbClr val="008C95"/>
          </a:solidFill>
          <a:ln w="12700">
            <a:solidFill>
              <a:srgbClr val="333333"/>
            </a:solidFill>
            <a:prstDash val="non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2026-08-22T00:46:11Z</dcterms:created>
  <dcterms:modified xsi:type="dcterms:W3CDTF">2026-08-22T00:46:11Z</dcterms:modified>
</cp:coreProperties>
</file>